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AI/블록체인 SW중심대학  ·  8주차 팀과제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93192" y="548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965960" y="548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7C6F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every decision, on the record.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"/>
            <a:ext cx="27432" cy="4663440"/>
          </a:xfrm>
          <a:prstGeom prst="rect">
            <a:avLst/>
          </a:prstGeom>
          <a:solidFill>
            <a:srgbClr val="3D3880"/>
          </a:solidFill>
          <a:ln w="12700">
            <a:solidFill>
              <a:srgbClr val="3D3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에이전트의 모든 결정에 변조 불가능한 영수증을 발급합니다. SDK 한 줄로 통합하면 Base Sepolia 블록체인에 자동 앵커링되며, 고객·감사인·규제기관 누구나 독립적으로 검증할 수 있습니다.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651760"/>
            <a:ext cx="466344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51760"/>
            <a:ext cx="54864" cy="47548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517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679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 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2880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traceClaude() / traceOpenAI() 래핑으로 기존 코드 변경 없음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466344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18688"/>
            <a:ext cx="54864" cy="47548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2186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3246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anchor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" y="34472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DR-1 레코드 → Merkle 배치 → Base Sepolia EAS 앵커링 (&lt;60s)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785616"/>
            <a:ext cx="466344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85616"/>
            <a:ext cx="54864" cy="47548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78561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3813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6112" y="40142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페이지 또는 easscan.org에서 UID 하나로 독립 검증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1664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23560" y="2002536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8152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주선우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88152" y="21396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· 개발 · 발표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2478024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88152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88152" y="26151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자료조사 · 시장조사 · 마케팅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23560" y="2953512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이현민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88152" y="3090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서류작업 · 자료조사 · 개발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23560" y="3584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23560" y="3840480"/>
            <a:ext cx="950976" cy="237744"/>
          </a:xfrm>
          <a:prstGeom prst="rect">
            <a:avLst/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84048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665976" y="3840480"/>
            <a:ext cx="801014" cy="237744"/>
          </a:xfrm>
          <a:prstGeom prst="rect">
            <a:avLst/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5976" y="3840480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58430" y="3840480"/>
            <a:ext cx="1100938" cy="237744"/>
          </a:xfrm>
          <a:prstGeom prst="rect">
            <a:avLst/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58430" y="3840480"/>
            <a:ext cx="1100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Sepolia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23560" y="4151376"/>
            <a:ext cx="426110" cy="237744"/>
          </a:xfrm>
          <a:prstGeom prst="rect">
            <a:avLst/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4151376"/>
            <a:ext cx="4261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41110" y="4151376"/>
            <a:ext cx="1475842" cy="237744"/>
          </a:xfrm>
          <a:prstGeom prst="rect">
            <a:avLst/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1110" y="4151376"/>
            <a:ext cx="1475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@vibingminers/sdk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08392" y="4151376"/>
            <a:ext cx="950976" cy="237744"/>
          </a:xfrm>
          <a:prstGeom prst="rect">
            <a:avLst/>
          </a:prstGeom>
          <a:solidFill>
            <a:srgbClr val="1E2B4A"/>
          </a:solidFill>
          <a:ln w="9525">
            <a:solidFill>
              <a:srgbClr val="3D38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08392" y="415137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23560" y="4498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 pnpm add @vibingminers/sdk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111B30"/>
          </a:solidFill>
          <a:ln w="12700">
            <a:solidFill>
              <a:srgbClr val="111B3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636008"/>
            <a:ext cx="9144000" cy="22860"/>
          </a:xfrm>
          <a:prstGeom prst="rect">
            <a:avLst/>
          </a:prstGeom>
          <a:solidFill>
            <a:srgbClr val="3D3880"/>
          </a:solidFill>
          <a:ln w="12700">
            <a:solidFill>
              <a:srgbClr val="3D38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6634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Demo video: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874520" y="46634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u="sng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[YouTube 링크 — 제출 전 입력]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00800" y="46634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trace.ai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2026-05-02T07:06:35Z</dcterms:created>
  <dcterms:modified xsi:type="dcterms:W3CDTF">2026-05-02T07:06:35Z</dcterms:modified>
</cp:coreProperties>
</file>